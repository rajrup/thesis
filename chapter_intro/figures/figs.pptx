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6AC3"/>
    <a:srgbClr val="6F76DA"/>
    <a:srgbClr val="6E411E"/>
    <a:srgbClr val="F05E16"/>
    <a:srgbClr val="E95C16"/>
    <a:srgbClr val="D15415"/>
    <a:srgbClr val="A74412"/>
    <a:srgbClr val="8EBDE6"/>
    <a:srgbClr val="C5FFC5"/>
    <a:srgbClr val="C8FA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94606"/>
  </p:normalViewPr>
  <p:slideViewPr>
    <p:cSldViewPr snapToGrid="0">
      <p:cViewPr varScale="1">
        <p:scale>
          <a:sx n="119" d="100"/>
          <a:sy n="119" d="100"/>
        </p:scale>
        <p:origin x="1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99C8F-5A0B-5423-C4E6-F5B670452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FB2CD-DEC5-E9A7-48E5-D34435AFB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EEAEE-314F-D649-8F3B-1140711E9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E9CC-1396-D24C-B526-B12528B25175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F74F-2561-3F50-3A51-E36D7DD04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CEE30-FE44-9643-AE5C-6F2394148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51358-5EDB-5E41-B73B-A53A30C83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1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19BF2-82C1-0A52-B73C-FC837ADD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45659-90EB-4704-603F-1FF6BF701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CA5E5-9A7C-326A-2E4D-A10D1076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E9CC-1396-D24C-B526-B12528B25175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CAD61-3387-0660-086E-B6343BC5F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6F0A6-4BF0-96E1-6E3C-12C14B63C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51358-5EDB-5E41-B73B-A53A30C83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9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D4F46-26E9-858B-78EF-46839811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22409-1966-C921-408E-88D159EA3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B231D-82CA-4E2B-6CAE-9D463AB8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E9CC-1396-D24C-B526-B12528B25175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3134D-8D15-54BA-9558-D4479582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FFB90-3175-6CC1-046F-63938F456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51358-5EDB-5E41-B73B-A53A30C83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0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D6CAB-1FE6-BF40-1AE0-321206045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1AD3B-F640-F94E-80B5-0DF6A5DF3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42F3F-D6B3-AC98-1AD2-0770161AE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1B7EA-7704-DBA4-FEEC-43A43635A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E9CC-1396-D24C-B526-B12528B25175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43B83-808F-2639-247C-A68FD388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8CB5F-6BE9-C168-305D-F99090F1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51358-5EDB-5E41-B73B-A53A30C83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47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7A775-0984-DC4F-3DC7-4EC8587E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86A55-8CE0-07A8-65C3-9FBE4E9CC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EC46-DA74-9B1A-1416-2FEF77CA7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BEB746-4A4B-5183-E835-1536BB600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FF642B-55EC-6CE6-75B7-E95CC2622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5C0625-8A28-AFEF-7CEC-357A607F7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E9CC-1396-D24C-B526-B12528B25175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256CDA-BFD2-0E3C-B43E-E38D3164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5539C1-119D-A522-597C-8D1F37DF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51358-5EDB-5E41-B73B-A53A30C83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03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801D0-FE01-2D5D-F44B-BBEA451F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8B1D1F-2B76-D0DE-D2AC-0B7F95B22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E9CC-1396-D24C-B526-B12528B25175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10CE5-B159-9450-1AD9-915607905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609E3-F91D-E6A7-F8F9-FC72024C8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51358-5EDB-5E41-B73B-A53A30C83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57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ED4631-4E94-BE5C-BD05-68EC214E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E9CC-1396-D24C-B526-B12528B25175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3F0D53-6FB1-8FBC-85E1-9F3806FB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2E400-94C0-213C-56EF-CAB032B3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51358-5EDB-5E41-B73B-A53A30C83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52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BA74-F8F9-DCF0-B1EC-5BE8926E5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AB194-BFAF-7DAB-3623-B845BE10D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E0CAF-BDDF-8D9E-2AEC-755867C43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E6B66-3A99-7115-D194-F5FA0ECE4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E9CC-1396-D24C-B526-B12528B25175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B5430-2850-C149-25D8-144AF956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C56A8-2740-834E-5E49-81677FC6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51358-5EDB-5E41-B73B-A53A30C83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5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1F7E-04FA-7C0A-B8BF-CB0FA86C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B057A4-099C-64BC-10A9-F4F3BDC55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3ADE4-6FEB-F27D-676C-6B340FCCB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34792-F5BE-92F2-5761-5DD26A54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E9CC-1396-D24C-B526-B12528B25175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D6204-29D7-D5F5-7040-523B22F2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3AC78-5B31-50CB-2D32-112401E10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51358-5EDB-5E41-B73B-A53A30C83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7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4E1C-3E5D-1C00-2609-A10643876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ABF66-AD8B-92FD-8FE4-B221BB32D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9D33E-71E8-BD80-B813-7B236CE00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E9CC-1396-D24C-B526-B12528B25175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E3F1E-2086-4972-2142-442FEFEE3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C9A6F-48FE-CCDF-E710-5F47EE64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51358-5EDB-5E41-B73B-A53A30C83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92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704F09-4BC1-F8F9-CEA9-7D4A6D897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27577-54F6-06F5-4CBA-EFA47CCEE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FD9C9-852A-0F52-5E9F-B7DEDC8D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E9CC-1396-D24C-B526-B12528B25175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25856-E887-7271-B3C0-057071A07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14654-5D25-CEE5-F58C-71A8EFE6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51358-5EDB-5E41-B73B-A53A30C83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6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A8050A-DF6A-F918-0187-62F34E02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C84C5-B4F3-53AD-67BE-EC5F14F02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ED772-7958-EE96-C7F8-F0C21B958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4EE9CC-1396-D24C-B526-B12528B25175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BD34C-2395-976B-C947-ECC1E2CF3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5684C-D4E1-66F3-574A-747858EEF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51358-5EDB-5E41-B73B-A53A30C83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07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C8CAF48-7F3F-40CC-9E00-D3348793A487}"/>
              </a:ext>
            </a:extLst>
          </p:cNvPr>
          <p:cNvSpPr/>
          <p:nvPr/>
        </p:nvSpPr>
        <p:spPr>
          <a:xfrm>
            <a:off x="10773176" y="2379139"/>
            <a:ext cx="1289879" cy="903009"/>
          </a:xfrm>
          <a:prstGeom prst="roundRect">
            <a:avLst>
              <a:gd name="adj" fmla="val 6173"/>
            </a:avLst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DDBC685-C0D3-0485-8655-7263911DF05C}"/>
              </a:ext>
            </a:extLst>
          </p:cNvPr>
          <p:cNvSpPr/>
          <p:nvPr/>
        </p:nvSpPr>
        <p:spPr>
          <a:xfrm>
            <a:off x="1715414" y="2311792"/>
            <a:ext cx="8895880" cy="2271121"/>
          </a:xfrm>
          <a:prstGeom prst="rect">
            <a:avLst/>
          </a:prstGeom>
          <a:ln>
            <a:solidFill>
              <a:srgbClr val="636AC3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C5462DA-2F8E-20D0-8710-33C5B8445606}"/>
              </a:ext>
            </a:extLst>
          </p:cNvPr>
          <p:cNvSpPr/>
          <p:nvPr/>
        </p:nvSpPr>
        <p:spPr>
          <a:xfrm>
            <a:off x="1715414" y="1100469"/>
            <a:ext cx="8895879" cy="2271121"/>
          </a:xfrm>
          <a:prstGeom prst="rect">
            <a:avLst/>
          </a:prstGeom>
          <a:noFill/>
          <a:ln>
            <a:solidFill>
              <a:srgbClr val="6E411E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AAD0F9C-E063-AFF1-98CC-09AC63E0AA1C}"/>
              </a:ext>
            </a:extLst>
          </p:cNvPr>
          <p:cNvSpPr/>
          <p:nvPr/>
        </p:nvSpPr>
        <p:spPr>
          <a:xfrm>
            <a:off x="128945" y="2368511"/>
            <a:ext cx="1461095" cy="903009"/>
          </a:xfrm>
          <a:prstGeom prst="roundRect">
            <a:avLst>
              <a:gd name="adj" fmla="val 6173"/>
            </a:avLst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7D37CD-0EE0-235D-3F9D-F4EB6DDEB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25" y="2517225"/>
            <a:ext cx="1360095" cy="701543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6520A09-8EE5-16F0-CF05-A3767F84E7FC}"/>
              </a:ext>
            </a:extLst>
          </p:cNvPr>
          <p:cNvSpPr/>
          <p:nvPr/>
        </p:nvSpPr>
        <p:spPr>
          <a:xfrm>
            <a:off x="419765" y="2255686"/>
            <a:ext cx="891689" cy="225647"/>
          </a:xfrm>
          <a:prstGeom prst="roundRect">
            <a:avLst>
              <a:gd name="adj" fmla="val 6173"/>
            </a:avLst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Capture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13F630C-380D-FA69-1BCD-FA814764D5D9}"/>
              </a:ext>
            </a:extLst>
          </p:cNvPr>
          <p:cNvSpPr/>
          <p:nvPr/>
        </p:nvSpPr>
        <p:spPr>
          <a:xfrm>
            <a:off x="3236650" y="2379142"/>
            <a:ext cx="1046000" cy="903009"/>
          </a:xfrm>
          <a:prstGeom prst="roundRect">
            <a:avLst>
              <a:gd name="adj" fmla="val 6173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3D Generation</a:t>
            </a:r>
          </a:p>
          <a:p>
            <a:pPr algn="ctr"/>
            <a:r>
              <a:rPr lang="en-US" sz="1200" dirty="0"/>
              <a:t>(3DGS, </a:t>
            </a:r>
          </a:p>
          <a:p>
            <a:pPr algn="ctr"/>
            <a:r>
              <a:rPr lang="en-US" sz="1200" dirty="0"/>
              <a:t>Point Cloud)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872A296-84CA-7F5C-5737-B19D46FA1EDC}"/>
              </a:ext>
            </a:extLst>
          </p:cNvPr>
          <p:cNvGrpSpPr/>
          <p:nvPr/>
        </p:nvGrpSpPr>
        <p:grpSpPr>
          <a:xfrm>
            <a:off x="4547342" y="1251035"/>
            <a:ext cx="1368615" cy="968188"/>
            <a:chOff x="4429464" y="1138723"/>
            <a:chExt cx="1368615" cy="968188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6B49B46-F67F-AAB6-4012-A0A51C773BBF}"/>
                </a:ext>
              </a:extLst>
            </p:cNvPr>
            <p:cNvSpPr/>
            <p:nvPr/>
          </p:nvSpPr>
          <p:spPr>
            <a:xfrm>
              <a:off x="4429464" y="1138723"/>
              <a:ext cx="1368615" cy="968188"/>
            </a:xfrm>
            <a:prstGeom prst="roundRect">
              <a:avLst>
                <a:gd name="adj" fmla="val 617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8062ACC9-D542-C278-5C2E-37DFB41838A1}"/>
                </a:ext>
              </a:extLst>
            </p:cNvPr>
            <p:cNvSpPr/>
            <p:nvPr/>
          </p:nvSpPr>
          <p:spPr>
            <a:xfrm>
              <a:off x="4503512" y="1200581"/>
              <a:ext cx="1216903" cy="397769"/>
            </a:xfrm>
            <a:prstGeom prst="roundRect">
              <a:avLst>
                <a:gd name="adj" fmla="val 617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2D Compress - Color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1B1649B4-DD90-543D-05F8-51BF70D25F51}"/>
                </a:ext>
              </a:extLst>
            </p:cNvPr>
            <p:cNvSpPr/>
            <p:nvPr/>
          </p:nvSpPr>
          <p:spPr>
            <a:xfrm>
              <a:off x="4503511" y="1655128"/>
              <a:ext cx="1216903" cy="397769"/>
            </a:xfrm>
            <a:prstGeom prst="roundRect">
              <a:avLst>
                <a:gd name="adj" fmla="val 617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2D Compress - Depth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52ACE93-2F8E-9EF5-CE63-574BC88FB6D6}"/>
              </a:ext>
            </a:extLst>
          </p:cNvPr>
          <p:cNvGrpSpPr/>
          <p:nvPr/>
        </p:nvGrpSpPr>
        <p:grpSpPr>
          <a:xfrm>
            <a:off x="4542392" y="3500826"/>
            <a:ext cx="1368615" cy="968188"/>
            <a:chOff x="4429464" y="3763291"/>
            <a:chExt cx="1368615" cy="96818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59B97D22-4C7F-CDC3-0C4E-CC6ED312F1A8}"/>
                </a:ext>
              </a:extLst>
            </p:cNvPr>
            <p:cNvSpPr/>
            <p:nvPr/>
          </p:nvSpPr>
          <p:spPr>
            <a:xfrm>
              <a:off x="4429464" y="3763291"/>
              <a:ext cx="1368615" cy="968188"/>
            </a:xfrm>
            <a:prstGeom prst="roundRect">
              <a:avLst>
                <a:gd name="adj" fmla="val 617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48294100-4739-6933-85CA-D4A69FA804E8}"/>
                </a:ext>
              </a:extLst>
            </p:cNvPr>
            <p:cNvSpPr/>
            <p:nvPr/>
          </p:nvSpPr>
          <p:spPr>
            <a:xfrm>
              <a:off x="4503510" y="3820366"/>
              <a:ext cx="1216903" cy="397769"/>
            </a:xfrm>
            <a:prstGeom prst="roundRect">
              <a:avLst>
                <a:gd name="adj" fmla="val 617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3D Compress -  Geometry 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2758D0BB-12AF-E19E-9280-8AFC1FEDD03C}"/>
                </a:ext>
              </a:extLst>
            </p:cNvPr>
            <p:cNvSpPr/>
            <p:nvPr/>
          </p:nvSpPr>
          <p:spPr>
            <a:xfrm>
              <a:off x="4503509" y="4270130"/>
              <a:ext cx="1216903" cy="397769"/>
            </a:xfrm>
            <a:prstGeom prst="roundRect">
              <a:avLst>
                <a:gd name="adj" fmla="val 617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3D Compress -  Attributes 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D493D54-B745-B6BA-430E-7A4A3ABD8F9E}"/>
              </a:ext>
            </a:extLst>
          </p:cNvPr>
          <p:cNvGrpSpPr/>
          <p:nvPr/>
        </p:nvGrpSpPr>
        <p:grpSpPr>
          <a:xfrm>
            <a:off x="6157902" y="2154366"/>
            <a:ext cx="970679" cy="1427259"/>
            <a:chOff x="6057106" y="2180689"/>
            <a:chExt cx="970679" cy="1427259"/>
          </a:xfrm>
        </p:grpSpPr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60EAE0A3-CB80-F4CB-7EF1-C32786C2655E}"/>
                </a:ext>
              </a:extLst>
            </p:cNvPr>
            <p:cNvSpPr/>
            <p:nvPr/>
          </p:nvSpPr>
          <p:spPr>
            <a:xfrm rot="5400000">
              <a:off x="5587475" y="2650320"/>
              <a:ext cx="1427259" cy="487997"/>
            </a:xfrm>
            <a:prstGeom prst="trapezoid">
              <a:avLst/>
            </a:prstGeom>
            <a:gradFill flip="none" rotWithShape="1">
              <a:gsLst>
                <a:gs pos="0">
                  <a:srgbClr val="8EBDE6">
                    <a:shade val="30000"/>
                    <a:satMod val="115000"/>
                  </a:srgbClr>
                </a:gs>
                <a:gs pos="50000">
                  <a:srgbClr val="8EBDE6">
                    <a:shade val="67500"/>
                    <a:satMod val="115000"/>
                  </a:srgbClr>
                </a:gs>
                <a:gs pos="100000">
                  <a:srgbClr val="8EBDE6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B9444681-330E-000F-BECB-65556F743C70}"/>
                </a:ext>
              </a:extLst>
            </p:cNvPr>
            <p:cNvSpPr/>
            <p:nvPr/>
          </p:nvSpPr>
          <p:spPr>
            <a:xfrm rot="16200000">
              <a:off x="6070158" y="2650319"/>
              <a:ext cx="1427258" cy="487997"/>
            </a:xfrm>
            <a:prstGeom prst="trapezoid">
              <a:avLst/>
            </a:prstGeom>
            <a:gradFill flip="none" rotWithShape="1">
              <a:gsLst>
                <a:gs pos="0">
                  <a:srgbClr val="8EBDE6">
                    <a:shade val="30000"/>
                    <a:satMod val="115000"/>
                  </a:srgbClr>
                </a:gs>
                <a:gs pos="50000">
                  <a:srgbClr val="8EBDE6">
                    <a:shade val="67500"/>
                    <a:satMod val="115000"/>
                  </a:srgbClr>
                </a:gs>
                <a:gs pos="100000">
                  <a:srgbClr val="8EBDE6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E6A72BB-E7CC-A602-A9C6-3B6900C1A7EA}"/>
                </a:ext>
              </a:extLst>
            </p:cNvPr>
            <p:cNvSpPr txBox="1"/>
            <p:nvPr/>
          </p:nvSpPr>
          <p:spPr>
            <a:xfrm rot="16200000">
              <a:off x="6004861" y="2709651"/>
              <a:ext cx="1069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Network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6CFFF85-3205-7B3B-E22B-13ABF8B1DAD9}"/>
              </a:ext>
            </a:extLst>
          </p:cNvPr>
          <p:cNvGrpSpPr/>
          <p:nvPr/>
        </p:nvGrpSpPr>
        <p:grpSpPr>
          <a:xfrm>
            <a:off x="7377676" y="1186177"/>
            <a:ext cx="1509559" cy="968188"/>
            <a:chOff x="7292085" y="1138723"/>
            <a:chExt cx="1509559" cy="968188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FE5580B-6602-E5B1-C11B-EFC9BF65F413}"/>
                </a:ext>
              </a:extLst>
            </p:cNvPr>
            <p:cNvSpPr/>
            <p:nvPr/>
          </p:nvSpPr>
          <p:spPr>
            <a:xfrm>
              <a:off x="7292085" y="1138723"/>
              <a:ext cx="1509559" cy="968188"/>
            </a:xfrm>
            <a:prstGeom prst="roundRect">
              <a:avLst>
                <a:gd name="adj" fmla="val 617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A276004D-3210-553E-CE83-9DA607BA8D62}"/>
                </a:ext>
              </a:extLst>
            </p:cNvPr>
            <p:cNvSpPr/>
            <p:nvPr/>
          </p:nvSpPr>
          <p:spPr>
            <a:xfrm>
              <a:off x="7366133" y="1200581"/>
              <a:ext cx="1368615" cy="397769"/>
            </a:xfrm>
            <a:prstGeom prst="roundRect">
              <a:avLst>
                <a:gd name="adj" fmla="val 617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2D Decompress - Color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ABE3E0D9-DD16-8D05-0E37-E28A0608CAA2}"/>
                </a:ext>
              </a:extLst>
            </p:cNvPr>
            <p:cNvSpPr/>
            <p:nvPr/>
          </p:nvSpPr>
          <p:spPr>
            <a:xfrm>
              <a:off x="7366132" y="1655128"/>
              <a:ext cx="1368615" cy="397769"/>
            </a:xfrm>
            <a:prstGeom prst="roundRect">
              <a:avLst>
                <a:gd name="adj" fmla="val 617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2D Decompress - Depth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3C532D1-EA10-1B09-59B5-1F0310BA36FA}"/>
              </a:ext>
            </a:extLst>
          </p:cNvPr>
          <p:cNvGrpSpPr/>
          <p:nvPr/>
        </p:nvGrpSpPr>
        <p:grpSpPr>
          <a:xfrm>
            <a:off x="7377675" y="3523571"/>
            <a:ext cx="1509559" cy="968188"/>
            <a:chOff x="7292085" y="3763291"/>
            <a:chExt cx="1509559" cy="968188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1BEC068-0EF6-4ADC-B9FE-F6E99FD755AF}"/>
                </a:ext>
              </a:extLst>
            </p:cNvPr>
            <p:cNvSpPr/>
            <p:nvPr/>
          </p:nvSpPr>
          <p:spPr>
            <a:xfrm>
              <a:off x="7292085" y="3763291"/>
              <a:ext cx="1509559" cy="968188"/>
            </a:xfrm>
            <a:prstGeom prst="roundRect">
              <a:avLst>
                <a:gd name="adj" fmla="val 617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AC63EF07-66A5-DAC5-BDE3-DD69CCAA34CE}"/>
                </a:ext>
              </a:extLst>
            </p:cNvPr>
            <p:cNvSpPr/>
            <p:nvPr/>
          </p:nvSpPr>
          <p:spPr>
            <a:xfrm>
              <a:off x="7366131" y="3820366"/>
              <a:ext cx="1368615" cy="397769"/>
            </a:xfrm>
            <a:prstGeom prst="roundRect">
              <a:avLst>
                <a:gd name="adj" fmla="val 617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3D Decompress -  Geometry 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657400E3-E280-1271-EA3A-01D296414A83}"/>
                </a:ext>
              </a:extLst>
            </p:cNvPr>
            <p:cNvSpPr/>
            <p:nvPr/>
          </p:nvSpPr>
          <p:spPr>
            <a:xfrm>
              <a:off x="7366130" y="4270130"/>
              <a:ext cx="1368615" cy="397769"/>
            </a:xfrm>
            <a:prstGeom prst="roundRect">
              <a:avLst>
                <a:gd name="adj" fmla="val 617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3D Decompress -  Attributes </a:t>
              </a:r>
            </a:p>
          </p:txBody>
        </p:sp>
      </p:grp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70B7EC1-9562-84CA-AA7B-AF5670CC8384}"/>
              </a:ext>
            </a:extLst>
          </p:cNvPr>
          <p:cNvSpPr/>
          <p:nvPr/>
        </p:nvSpPr>
        <p:spPr>
          <a:xfrm>
            <a:off x="9209728" y="2379142"/>
            <a:ext cx="1266858" cy="903009"/>
          </a:xfrm>
          <a:prstGeom prst="roundRect">
            <a:avLst>
              <a:gd name="adj" fmla="val 6173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3D Reconstruction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0EF3D43-41A2-8945-4FDE-8BD24E0BE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493" y="2511431"/>
            <a:ext cx="717698" cy="717698"/>
          </a:xfrm>
          <a:prstGeom prst="rect">
            <a:avLst/>
          </a:prstGeom>
        </p:spPr>
      </p:pic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C676056-C5C5-D1D8-2AA1-DF0857C0C971}"/>
              </a:ext>
            </a:extLst>
          </p:cNvPr>
          <p:cNvSpPr/>
          <p:nvPr/>
        </p:nvSpPr>
        <p:spPr>
          <a:xfrm>
            <a:off x="10931655" y="2255687"/>
            <a:ext cx="974426" cy="225647"/>
          </a:xfrm>
          <a:prstGeom prst="roundRect">
            <a:avLst>
              <a:gd name="adj" fmla="val 6173"/>
            </a:avLst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Rendering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68EE553-942D-F309-6B34-8F8BF10C5692}"/>
              </a:ext>
            </a:extLst>
          </p:cNvPr>
          <p:cNvSpPr/>
          <p:nvPr/>
        </p:nvSpPr>
        <p:spPr>
          <a:xfrm>
            <a:off x="1615665" y="2745711"/>
            <a:ext cx="250902" cy="148607"/>
          </a:xfrm>
          <a:prstGeom prst="rightArrow">
            <a:avLst>
              <a:gd name="adj1" fmla="val 50000"/>
              <a:gd name="adj2" fmla="val 52856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BDBC51A6-82CA-17C9-07A0-7043A78E063A}"/>
              </a:ext>
            </a:extLst>
          </p:cNvPr>
          <p:cNvSpPr/>
          <p:nvPr/>
        </p:nvSpPr>
        <p:spPr>
          <a:xfrm>
            <a:off x="2954699" y="2745711"/>
            <a:ext cx="250902" cy="148607"/>
          </a:xfrm>
          <a:prstGeom prst="rightArrow">
            <a:avLst>
              <a:gd name="adj1" fmla="val 50000"/>
              <a:gd name="adj2" fmla="val 52856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BAE104D5-1A15-3733-A0B7-A177D1FE3C7C}"/>
              </a:ext>
            </a:extLst>
          </p:cNvPr>
          <p:cNvSpPr/>
          <p:nvPr/>
        </p:nvSpPr>
        <p:spPr>
          <a:xfrm rot="18960000">
            <a:off x="3951537" y="1989423"/>
            <a:ext cx="459835" cy="155631"/>
          </a:xfrm>
          <a:prstGeom prst="rightArrow">
            <a:avLst>
              <a:gd name="adj1" fmla="val 50000"/>
              <a:gd name="adj2" fmla="val 52856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1C4933B7-49EA-11A8-50A9-787AEA68E6A2}"/>
              </a:ext>
            </a:extLst>
          </p:cNvPr>
          <p:cNvSpPr/>
          <p:nvPr/>
        </p:nvSpPr>
        <p:spPr>
          <a:xfrm rot="2520000">
            <a:off x="3966096" y="3505450"/>
            <a:ext cx="459835" cy="155631"/>
          </a:xfrm>
          <a:prstGeom prst="rightArrow">
            <a:avLst>
              <a:gd name="adj1" fmla="val 50000"/>
              <a:gd name="adj2" fmla="val 52856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18540308-4147-54EC-0981-DE477DE6CB0C}"/>
              </a:ext>
            </a:extLst>
          </p:cNvPr>
          <p:cNvSpPr/>
          <p:nvPr/>
        </p:nvSpPr>
        <p:spPr>
          <a:xfrm rot="2427272">
            <a:off x="8956804" y="1969479"/>
            <a:ext cx="459835" cy="155631"/>
          </a:xfrm>
          <a:prstGeom prst="rightArrow">
            <a:avLst>
              <a:gd name="adj1" fmla="val 50000"/>
              <a:gd name="adj2" fmla="val 52856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ACCA9336-2705-6938-51A5-91F30D3AFFDB}"/>
              </a:ext>
            </a:extLst>
          </p:cNvPr>
          <p:cNvSpPr/>
          <p:nvPr/>
        </p:nvSpPr>
        <p:spPr>
          <a:xfrm rot="18960000">
            <a:off x="8956805" y="3509466"/>
            <a:ext cx="459835" cy="155631"/>
          </a:xfrm>
          <a:prstGeom prst="rightArrow">
            <a:avLst>
              <a:gd name="adj1" fmla="val 50000"/>
              <a:gd name="adj2" fmla="val 52856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7F3C77CC-8604-2D8E-AE72-5166E1E89213}"/>
              </a:ext>
            </a:extLst>
          </p:cNvPr>
          <p:cNvSpPr/>
          <p:nvPr/>
        </p:nvSpPr>
        <p:spPr>
          <a:xfrm>
            <a:off x="10510940" y="2756341"/>
            <a:ext cx="250902" cy="148607"/>
          </a:xfrm>
          <a:prstGeom prst="rightArrow">
            <a:avLst>
              <a:gd name="adj1" fmla="val 50000"/>
              <a:gd name="adj2" fmla="val 52856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Bent Arrow 45">
            <a:extLst>
              <a:ext uri="{FF2B5EF4-FFF2-40B4-BE49-F238E27FC236}">
                <a16:creationId xmlns:a16="http://schemas.microsoft.com/office/drawing/2014/main" id="{3955CBC4-8C3D-4D9F-5E0D-08B366502BC7}"/>
              </a:ext>
            </a:extLst>
          </p:cNvPr>
          <p:cNvSpPr/>
          <p:nvPr/>
        </p:nvSpPr>
        <p:spPr>
          <a:xfrm rot="16200000">
            <a:off x="5471109" y="2108427"/>
            <a:ext cx="462782" cy="768565"/>
          </a:xfrm>
          <a:prstGeom prst="bentArrow">
            <a:avLst>
              <a:gd name="adj1" fmla="val 25000"/>
              <a:gd name="adj2" fmla="val 25000"/>
              <a:gd name="adj3" fmla="val 30744"/>
              <a:gd name="adj4" fmla="val 4375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Bent Arrow 46">
            <a:extLst>
              <a:ext uri="{FF2B5EF4-FFF2-40B4-BE49-F238E27FC236}">
                <a16:creationId xmlns:a16="http://schemas.microsoft.com/office/drawing/2014/main" id="{DBD1C29A-0BEC-2613-D3E6-83F7503CEA80}"/>
              </a:ext>
            </a:extLst>
          </p:cNvPr>
          <p:cNvSpPr/>
          <p:nvPr/>
        </p:nvSpPr>
        <p:spPr>
          <a:xfrm rot="16200000">
            <a:off x="5457606" y="2799822"/>
            <a:ext cx="462782" cy="795573"/>
          </a:xfrm>
          <a:prstGeom prst="bentArrow">
            <a:avLst>
              <a:gd name="adj1" fmla="val 25000"/>
              <a:gd name="adj2" fmla="val 25000"/>
              <a:gd name="adj3" fmla="val 30744"/>
              <a:gd name="adj4" fmla="val 43750"/>
            </a:avLst>
          </a:prstGeom>
          <a:solidFill>
            <a:srgbClr val="F05E16"/>
          </a:solidFill>
          <a:ln>
            <a:noFill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3D818E-7C9D-CE98-4331-9A05B9562DE2}"/>
              </a:ext>
            </a:extLst>
          </p:cNvPr>
          <p:cNvSpPr txBox="1"/>
          <p:nvPr/>
        </p:nvSpPr>
        <p:spPr>
          <a:xfrm>
            <a:off x="4620668" y="2590720"/>
            <a:ext cx="971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Bandwidth</a:t>
            </a:r>
            <a:br>
              <a:rPr lang="en-US" sz="1200" dirty="0"/>
            </a:br>
            <a:r>
              <a:rPr lang="en-US" sz="1200" dirty="0"/>
              <a:t>Adaptation</a:t>
            </a:r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6CF126C6-8446-24FF-6006-9AAE8134508F}"/>
              </a:ext>
            </a:extLst>
          </p:cNvPr>
          <p:cNvSpPr/>
          <p:nvPr/>
        </p:nvSpPr>
        <p:spPr>
          <a:xfrm rot="2520000">
            <a:off x="5949053" y="1875720"/>
            <a:ext cx="459835" cy="155631"/>
          </a:xfrm>
          <a:prstGeom prst="rightArrow">
            <a:avLst>
              <a:gd name="adj1" fmla="val 50000"/>
              <a:gd name="adj2" fmla="val 52856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31E52400-29A9-3C57-A09A-2AD46E28AFD2}"/>
              </a:ext>
            </a:extLst>
          </p:cNvPr>
          <p:cNvSpPr/>
          <p:nvPr/>
        </p:nvSpPr>
        <p:spPr>
          <a:xfrm rot="18960000">
            <a:off x="6928313" y="1860859"/>
            <a:ext cx="459835" cy="155631"/>
          </a:xfrm>
          <a:prstGeom prst="rightArrow">
            <a:avLst>
              <a:gd name="adj1" fmla="val 50000"/>
              <a:gd name="adj2" fmla="val 52856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ight Arrow 51">
            <a:extLst>
              <a:ext uri="{FF2B5EF4-FFF2-40B4-BE49-F238E27FC236}">
                <a16:creationId xmlns:a16="http://schemas.microsoft.com/office/drawing/2014/main" id="{56C2E6E6-4C8F-DC10-92B0-AF341D210DE0}"/>
              </a:ext>
            </a:extLst>
          </p:cNvPr>
          <p:cNvSpPr/>
          <p:nvPr/>
        </p:nvSpPr>
        <p:spPr>
          <a:xfrm rot="2520000">
            <a:off x="6924828" y="3718176"/>
            <a:ext cx="459835" cy="155631"/>
          </a:xfrm>
          <a:prstGeom prst="rightArrow">
            <a:avLst>
              <a:gd name="adj1" fmla="val 50000"/>
              <a:gd name="adj2" fmla="val 52856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8C53F732-6635-1A29-3827-79FDD1FEFB30}"/>
              </a:ext>
            </a:extLst>
          </p:cNvPr>
          <p:cNvSpPr/>
          <p:nvPr/>
        </p:nvSpPr>
        <p:spPr>
          <a:xfrm rot="18960000">
            <a:off x="5949503" y="3718907"/>
            <a:ext cx="459835" cy="155631"/>
          </a:xfrm>
          <a:prstGeom prst="rightArrow">
            <a:avLst>
              <a:gd name="adj1" fmla="val 50000"/>
              <a:gd name="adj2" fmla="val 52856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67110FC-9865-92A0-4A08-6CBB38B280C0}"/>
              </a:ext>
            </a:extLst>
          </p:cNvPr>
          <p:cNvSpPr/>
          <p:nvPr/>
        </p:nvSpPr>
        <p:spPr>
          <a:xfrm>
            <a:off x="1704781" y="1083371"/>
            <a:ext cx="1239160" cy="473150"/>
          </a:xfrm>
          <a:prstGeom prst="rect">
            <a:avLst/>
          </a:prstGeom>
          <a:solidFill>
            <a:srgbClr val="6E41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LiVo</a:t>
            </a:r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8DBE702-CBA8-CA3D-BE80-6E2A4349D8FE}"/>
              </a:ext>
            </a:extLst>
          </p:cNvPr>
          <p:cNvSpPr/>
          <p:nvPr/>
        </p:nvSpPr>
        <p:spPr>
          <a:xfrm>
            <a:off x="1704781" y="4126861"/>
            <a:ext cx="1239160" cy="473150"/>
          </a:xfrm>
          <a:prstGeom prst="rect">
            <a:avLst/>
          </a:prstGeom>
          <a:solidFill>
            <a:srgbClr val="636A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GS-NFS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1DC6B71-DE7E-235C-CC1F-127784F302C2}"/>
              </a:ext>
            </a:extLst>
          </p:cNvPr>
          <p:cNvSpPr/>
          <p:nvPr/>
        </p:nvSpPr>
        <p:spPr>
          <a:xfrm>
            <a:off x="9393399" y="1089879"/>
            <a:ext cx="1228527" cy="473150"/>
          </a:xfrm>
          <a:prstGeom prst="rect">
            <a:avLst/>
          </a:prstGeom>
          <a:solidFill>
            <a:srgbClr val="6E41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LiVo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69A0207-9001-DD8F-0374-E1352F5C5987}"/>
              </a:ext>
            </a:extLst>
          </p:cNvPr>
          <p:cNvSpPr/>
          <p:nvPr/>
        </p:nvSpPr>
        <p:spPr>
          <a:xfrm>
            <a:off x="9382767" y="4126861"/>
            <a:ext cx="1239160" cy="473150"/>
          </a:xfrm>
          <a:prstGeom prst="rect">
            <a:avLst/>
          </a:prstGeom>
          <a:solidFill>
            <a:srgbClr val="636A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GS-NFS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1930B49-0C2A-4D64-CFDD-5FAE080B7D8B}"/>
              </a:ext>
            </a:extLst>
          </p:cNvPr>
          <p:cNvSpPr/>
          <p:nvPr/>
        </p:nvSpPr>
        <p:spPr>
          <a:xfrm>
            <a:off x="1877297" y="2379139"/>
            <a:ext cx="1046000" cy="903009"/>
          </a:xfrm>
          <a:prstGeom prst="roundRect">
            <a:avLst>
              <a:gd name="adj" fmla="val 6173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Pre-processing</a:t>
            </a:r>
          </a:p>
        </p:txBody>
      </p:sp>
    </p:spTree>
    <p:extLst>
      <p:ext uri="{BB962C8B-B14F-4D97-AF65-F5344CB8AC3E}">
        <p14:creationId xmlns:p14="http://schemas.microsoft.com/office/powerpoint/2010/main" val="329985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53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Rajrup Ghosh</dc:creator>
  <cp:lastModifiedBy>Rajrup Ghosh</cp:lastModifiedBy>
  <cp:revision>5</cp:revision>
  <dcterms:created xsi:type="dcterms:W3CDTF">2026-08-11T03:48:39Z</dcterms:created>
  <dcterms:modified xsi:type="dcterms:W3CDTF">2026-08-12T02:12:54Z</dcterms:modified>
</cp:coreProperties>
</file>